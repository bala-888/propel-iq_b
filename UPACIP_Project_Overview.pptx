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C4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Clinical Appointment &amp; Intelligence Platform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0C4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Project Overview · Bug Fixes ·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  ·  Branch: Propel-IQ_Bs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UPACIP?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(Universal Patient Appointment &amp; Clinical Intelligence Platform) is a full-stack clinical appointment booking system with integrated AI-powered document processing and patient intake workflows.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+ Manual patient intake forms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Appointment slot calendar &amp; booking engine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staff queue dashboard (SignalR)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Walk-in booking with duplicate-guard &amp; slot locking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document pipeline: OCR → NER → ICD/CPT code suggestion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Role-based access: Patient · Staff · Admin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JWT authentication with proactive silent refresh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TypeScript · Vite (port 5173) · React Router v6 · React Hook Form + Zod · CSS Modules</a:t>
            </a:r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Core 8.0 · Kestrel (port 8080) · Entity Framework Core · SignalR (real-time queue) · BCrypt.Net-Next</a:t>
            </a:r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18 · PHI encrypted via EF Core value converters (OWASP A02) · Serializable transactions for slot locking</a:t>
            </a:r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(15-min access token + 7-day refresh) · OWASP Top 10 guardrails · Rate limiting · RBAC per endpoint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 &amp; Workflows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point: /intake  →  Redirected here after login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Choose intake mode — AI chat (conversational) or Manual form (structured)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Complete intake → review extracted data → /intake/confirmation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Open slot calendar (/slots) → select provider &amp; time → booking confirmed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Upload medical documents (/documents/upload) → AI pipeline processes them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Monitor AI stages at /documents — OCR → Entity extraction → Code suggestion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Manage SMS/email reminder preferences at /settings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point: /queue  →  Redirected here after login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View live same-day queue — confirmed bookings, arrival times, no-show risk tier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Check-in patient on arrival → PATCH /api/bookings/:id/status → CheckedIn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+ New Walk-In → search existing patient (3-char typeahead) or create minimal record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Capture phone &amp; insurance → assign today's slot → set priority (Normal / Urgent)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Submit → patient added to queue with confirmed position toast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Search any patient (/patients/search) → 360° view → review AI medical codes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point: /admin  →  Redirected here after login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KPI Dashboard (/admin/kpi) — booking volumes, queue depth, no-show rates, risk distribution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User Management (/admin/users) — create Staff/Clinician accounts, toggle active, reset passwords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Full patient access — search any record, view 360° summary, approve/reject AI code suggestions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Can also create walk-in bookings and view the live queue (same as Staff)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Matrix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Patient: Intake · Booking · Documents · Settings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Staff: Queue · Walk-in · Patient Search · 360° View · Code Review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Admin: All of Staff + KPI Dashboard + User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4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Identified &amp; Resolved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1  ·  bug_documents_401_token_expiry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182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161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access tokens expire after 15 minutes. Active users who never triggered the inactivity modal experienced silent 401 errors on document API calls — the app showed no feedback.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decodeJwtExp() utility + proactive useEffect in AppSessionManager that fires a silent POST /api/auth/refresh 2 minutes before expiry. Token rotates perpetually for active sessions.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4846320"/>
            <a:ext cx="73152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9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frontend/src/utils/jwt.ts  ·  frontend/src/App.tsx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2  ·  bug_login_submit_disabled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182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161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LoginForm used mode: "onBlur" + disabled={!isValid || isSubmitting}. isValid stays false until every field is blurred, so clicking Submit before blurring the password field was a silent no-op.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Removed !isValid from the disabled condition — now disabled={isSubmitting} only. handleSubmit validates before calling onSubmit, so no premature submission is possible.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4846320"/>
            <a:ext cx="73152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9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frontend/src/features/auth/LoginForm.tsx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3  ·  bug_queue_page_no_navigation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182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161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QueuePage was a bare table with no Header, no Walk-In button, and no Sign Out. Staff had no way to reach the walk-in form or end their session after logging 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&lt;Header /&gt; component, "+ New Walk-In" link to /walkin/new, and handleSignOut() button that clears auth state, removes tokens from sessionStorage, and navigates to /login.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4846320"/>
            <a:ext cx="73152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9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frontend/src/pages/QueuePage.tsx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4  ·  bug_walkin_no_slots_today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182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64045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161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158 seeded slots started 2026-05-28+; zero existed for the current day. WalkinBookingPage also filtered client-side from a fixed page of 100, missing slots as data grows.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DateOnly? Date parameter to GetSlotsQuery; SlotsService filters by UTC day boundary. Frontend passes date=today to GET /api/slots. Seeded 12 slots for today.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4846320"/>
            <a:ext cx="73152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9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GetSlotsQuery.cs  ·  SlotsService.cs  ·  slotsApi.ts  ·  WalkinBookingPage.tsx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5  ·  bug_walkin_missing_patient_fields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182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161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WalkinBookingPage (/walkin/new) only showed 4 fields (patient search, slot, reason, priority). Phone and Insurance fields — present in the old /walkin form — were completely absent.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"Patient contact" section with Phone (tel input) and Insurance (dropdown). Extended WalkinBookingRequest DTO and WalkinBookingService to persist values to patients table after booking commit.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4846320"/>
            <a:ext cx="73152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9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WalkinBookingRequest.cs  ·  WalkinBookingService.cs  ·  walkInApi.ts  ·  WalkinBookingPage.tsx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6  ·  bug_walkin_patient_search_500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182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64045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161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PatientSearchController (Features/) and PatientsController.SearchAsync (Controllers/) both declared [Route("patients")][HttpGet("search")]. ASP.NET Core threw AmbiguousMatchException → HTTP 500 on every keystroke in the typeahead.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PatientSearchController (no external references). Extended PatientsController.SearchAsync projection to emit patientId/firstName/lastName alongside the existing id/fullName/patientCode fields so both consumers are satisfied.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4846320"/>
            <a:ext cx="73152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19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PatientSearchController.cs (deleted)  ·  PatientsController.cs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Fix Summary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521208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164592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 ID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bug_documents_401_token_expiry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A8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A85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Fixed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bug_login_submit_disabled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A8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A85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Fixed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bug_queue_page_no_navigation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A8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A85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Fixed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bug_walkin_no_slots_today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+ DB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A85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Fixed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bug_walkin_missing_patient_fields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Stack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A8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A85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Fixed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bug_walkin_patient_search_500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A85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Fixed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Faced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Encryption at Rest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of birth, phone, and email stored as encrypted bytea via EF Core value converters. Searching encrypted columns with ILIKE is impossible without full table decryption — search scope limited to first/last name only.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Lifecycle Management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15-minute access token expiry caused silent 401 errors for active users. Proactive refresh required decoding JWT exp claim client-side and scheduling a timeout 2 minutes before expiry — refresh chain must survive tab visibility changes.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D64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Double-Booking Prevention (TOCTOU)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 walk-in bookings could race on the same slot. Solved with PostgreSQL serializable transactions + SELECT … FOR UPDATE row-level lock + 5-second lock_timeout returning 503 on contention.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&amp; Integration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API Routes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controllers registered the same GET /api/patients/search route across separate user stories (us_030 and us_040), causing AmbiguousMatchException. Discovered only at runtime — not caught by the compiler.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UTC vs Local Timezone for Slot Dates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Slots seeded without explicit UTC marker were stored as IST (UTC+5:30), causing 09:00 business hours to appear as 03:30 in the UI. Required SET timezone=UTC and TIMESTAMPTZ literals for correct storage.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Limiter Blocking Staff Login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rate limiter (5 failed attempts = 15-min lockout by IP) was triggered during staff credential testing, blocking all subsequent login attempts. Required API restart to clear in-memory state.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Hook Form isValid + onBlur Silent Failure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button appeared enabled but silently ignored clicks because isValid was false until every field was blurred. mode: "onBlur" + disabled={!isValid} created a UX trap with no visible feedback.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5029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Flow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→  Vite Proxy (/api → :8080)  →  ASP.NET Core 8  →  PostgreSQL 18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Queue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Walk-in booking commit  →  SignalR hub broadcasts QueueEntryAdded  →  All connected staff clients update live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Document Pipeline (Background)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/api/documents  →  BackgroundService: OCR  →  Entity extraction (NER)  →  ICD/CPT code suggestion  →  Patient polls /documents/{id}/status  →  Clinician reviews codes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Layers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RBAC  ·  PHI encryption (OWASP A02)  ·  Input validation (OWASP A03)  ·  Ownership checks (OWASP A01)  ·  Rate limiting  ·  Audit logging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UPACIP — Clinical Appointment &amp;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UPACIP — Clinical Appointment &amp; Intelligence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Branch: Propel-IQ_Bs  ·  6 Bugs Fixed  ·  May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6634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2E86A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709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5303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Fixed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46634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2E86A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4709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5303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Changed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46634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2E86AB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4709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5303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46634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2E86A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4709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778240" y="5303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2026-05-29T07:36:11Z</dcterms:created>
  <dcterms:modified xsi:type="dcterms:W3CDTF">2026-05-29T07:36:11Z</dcterms:modified>
</cp:coreProperties>
</file>